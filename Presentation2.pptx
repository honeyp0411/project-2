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59" d="100"/>
          <a:sy n="59" d="100"/>
        </p:scale>
        <p:origin x="117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ney Patel" userId="d120f0e33a8399a0" providerId="LiveId" clId="{8A43CF2F-F268-4C77-A954-97ACE117AC12}"/>
    <pc:docChg chg="undo custSel addSld delSld modSld">
      <pc:chgData name="Honey Patel" userId="d120f0e33a8399a0" providerId="LiveId" clId="{8A43CF2F-F268-4C77-A954-97ACE117AC12}" dt="2025-11-25T05:33:54.130" v="1226" actId="1076"/>
      <pc:docMkLst>
        <pc:docMk/>
      </pc:docMkLst>
      <pc:sldChg chg="addSp modSp mod">
        <pc:chgData name="Honey Patel" userId="d120f0e33a8399a0" providerId="LiveId" clId="{8A43CF2F-F268-4C77-A954-97ACE117AC12}" dt="2025-11-22T15:00:42.720" v="1201" actId="1076"/>
        <pc:sldMkLst>
          <pc:docMk/>
          <pc:sldMk cId="3448166234" sldId="256"/>
        </pc:sldMkLst>
        <pc:spChg chg="add mod">
          <ac:chgData name="Honey Patel" userId="d120f0e33a8399a0" providerId="LiveId" clId="{8A43CF2F-F268-4C77-A954-97ACE117AC12}" dt="2025-11-20T15:28:13.794" v="31" actId="20577"/>
          <ac:spMkLst>
            <pc:docMk/>
            <pc:sldMk cId="3448166234" sldId="256"/>
            <ac:spMk id="4" creationId="{BEF08121-6433-DA23-160A-65D1B9DAC553}"/>
          </ac:spMkLst>
        </pc:spChg>
        <pc:spChg chg="mod">
          <ac:chgData name="Honey Patel" userId="d120f0e33a8399a0" providerId="LiveId" clId="{8A43CF2F-F268-4C77-A954-97ACE117AC12}" dt="2025-11-22T15:00:42.720" v="1201" actId="1076"/>
          <ac:spMkLst>
            <pc:docMk/>
            <pc:sldMk cId="3448166234" sldId="256"/>
            <ac:spMk id="6" creationId="{445457FA-53DF-8FA3-00F2-2CC9CEFE1321}"/>
          </ac:spMkLst>
        </pc:spChg>
        <pc:spChg chg="add mod">
          <ac:chgData name="Honey Patel" userId="d120f0e33a8399a0" providerId="LiveId" clId="{8A43CF2F-F268-4C77-A954-97ACE117AC12}" dt="2025-11-20T15:29:03.582" v="63" actId="1076"/>
          <ac:spMkLst>
            <pc:docMk/>
            <pc:sldMk cId="3448166234" sldId="256"/>
            <ac:spMk id="8" creationId="{050F0641-CE82-9241-C499-B10415D853FD}"/>
          </ac:spMkLst>
        </pc:spChg>
      </pc:sldChg>
      <pc:sldChg chg="addSp delSp modSp new mod">
        <pc:chgData name="Honey Patel" userId="d120f0e33a8399a0" providerId="LiveId" clId="{8A43CF2F-F268-4C77-A954-97ACE117AC12}" dt="2025-11-20T15:47:56.582" v="463"/>
        <pc:sldMkLst>
          <pc:docMk/>
          <pc:sldMk cId="3125995367" sldId="257"/>
        </pc:sldMkLst>
        <pc:spChg chg="add mod">
          <ac:chgData name="Honey Patel" userId="d120f0e33a8399a0" providerId="LiveId" clId="{8A43CF2F-F268-4C77-A954-97ACE117AC12}" dt="2025-11-20T15:45:49.427" v="424" actId="1076"/>
          <ac:spMkLst>
            <pc:docMk/>
            <pc:sldMk cId="3125995367" sldId="257"/>
            <ac:spMk id="6" creationId="{C0389FE3-4F2C-BC9E-BF20-AD670F454441}"/>
          </ac:spMkLst>
        </pc:spChg>
        <pc:spChg chg="add mod">
          <ac:chgData name="Honey Patel" userId="d120f0e33a8399a0" providerId="LiveId" clId="{8A43CF2F-F268-4C77-A954-97ACE117AC12}" dt="2025-11-20T15:45:40.312" v="423" actId="1076"/>
          <ac:spMkLst>
            <pc:docMk/>
            <pc:sldMk cId="3125995367" sldId="257"/>
            <ac:spMk id="8" creationId="{35FAFB55-8422-B4A6-DFD7-DAA0993F0F8A}"/>
          </ac:spMkLst>
        </pc:spChg>
        <pc:spChg chg="add mod">
          <ac:chgData name="Honey Patel" userId="d120f0e33a8399a0" providerId="LiveId" clId="{8A43CF2F-F268-4C77-A954-97ACE117AC12}" dt="2025-11-20T15:45:32.898" v="422" actId="1076"/>
          <ac:spMkLst>
            <pc:docMk/>
            <pc:sldMk cId="3125995367" sldId="257"/>
            <ac:spMk id="9" creationId="{339BB32F-19C4-4F62-9841-6B9F8346C143}"/>
          </ac:spMkLst>
        </pc:spChg>
        <pc:spChg chg="add mod">
          <ac:chgData name="Honey Patel" userId="d120f0e33a8399a0" providerId="LiveId" clId="{8A43CF2F-F268-4C77-A954-97ACE117AC12}" dt="2025-11-20T15:45:24.852" v="421" actId="1076"/>
          <ac:spMkLst>
            <pc:docMk/>
            <pc:sldMk cId="3125995367" sldId="257"/>
            <ac:spMk id="11" creationId="{E56EB01A-BB52-E3BE-5136-FAD98104ECA8}"/>
          </ac:spMkLst>
        </pc:spChg>
        <pc:spChg chg="add mod">
          <ac:chgData name="Honey Patel" userId="d120f0e33a8399a0" providerId="LiveId" clId="{8A43CF2F-F268-4C77-A954-97ACE117AC12}" dt="2025-11-20T15:47:19.135" v="458" actId="1076"/>
          <ac:spMkLst>
            <pc:docMk/>
            <pc:sldMk cId="3125995367" sldId="257"/>
            <ac:spMk id="12" creationId="{85D7834A-CFD5-2CBB-52E6-E16099CC6CEA}"/>
          </ac:spMkLst>
        </pc:spChg>
        <pc:picChg chg="add mod">
          <ac:chgData name="Honey Patel" userId="d120f0e33a8399a0" providerId="LiveId" clId="{8A43CF2F-F268-4C77-A954-97ACE117AC12}" dt="2025-11-20T15:31:05.746" v="69" actId="14100"/>
          <ac:picMkLst>
            <pc:docMk/>
            <pc:sldMk cId="3125995367" sldId="257"/>
            <ac:picMk id="5" creationId="{BB86B756-D2DB-3AB6-E327-3DE6288EE6C2}"/>
          </ac:picMkLst>
        </pc:picChg>
      </pc:sldChg>
      <pc:sldChg chg="addSp delSp modSp new mod">
        <pc:chgData name="Honey Patel" userId="d120f0e33a8399a0" providerId="LiveId" clId="{8A43CF2F-F268-4C77-A954-97ACE117AC12}" dt="2025-11-20T15:57:01.035" v="943" actId="20577"/>
        <pc:sldMkLst>
          <pc:docMk/>
          <pc:sldMk cId="3955847637" sldId="258"/>
        </pc:sldMkLst>
        <pc:spChg chg="add mod">
          <ac:chgData name="Honey Patel" userId="d120f0e33a8399a0" providerId="LiveId" clId="{8A43CF2F-F268-4C77-A954-97ACE117AC12}" dt="2025-11-20T15:50:12.298" v="498" actId="20577"/>
          <ac:spMkLst>
            <pc:docMk/>
            <pc:sldMk cId="3955847637" sldId="258"/>
            <ac:spMk id="7" creationId="{974313FC-5F45-AE5B-6F15-EB4885365ED4}"/>
          </ac:spMkLst>
        </pc:spChg>
        <pc:spChg chg="add mod">
          <ac:chgData name="Honey Patel" userId="d120f0e33a8399a0" providerId="LiveId" clId="{8A43CF2F-F268-4C77-A954-97ACE117AC12}" dt="2025-11-20T15:51:41.322" v="538" actId="1076"/>
          <ac:spMkLst>
            <pc:docMk/>
            <pc:sldMk cId="3955847637" sldId="258"/>
            <ac:spMk id="8" creationId="{58CE4160-29DB-4AD6-8386-A8FAA09ACE6E}"/>
          </ac:spMkLst>
        </pc:spChg>
        <pc:spChg chg="add mod">
          <ac:chgData name="Honey Patel" userId="d120f0e33a8399a0" providerId="LiveId" clId="{8A43CF2F-F268-4C77-A954-97ACE117AC12}" dt="2025-11-20T15:57:01.035" v="943" actId="20577"/>
          <ac:spMkLst>
            <pc:docMk/>
            <pc:sldMk cId="3955847637" sldId="258"/>
            <ac:spMk id="9" creationId="{5763FABE-6DEE-CA8F-93C8-954A84DB33D3}"/>
          </ac:spMkLst>
        </pc:spChg>
        <pc:picChg chg="add mod">
          <ac:chgData name="Honey Patel" userId="d120f0e33a8399a0" providerId="LiveId" clId="{8A43CF2F-F268-4C77-A954-97ACE117AC12}" dt="2025-11-20T15:48:43.004" v="468" actId="14100"/>
          <ac:picMkLst>
            <pc:docMk/>
            <pc:sldMk cId="3955847637" sldId="258"/>
            <ac:picMk id="5" creationId="{213C59FC-418D-BC91-E634-3B1B77FE3906}"/>
          </ac:picMkLst>
        </pc:picChg>
      </pc:sldChg>
      <pc:sldChg chg="addSp delSp modSp new mod">
        <pc:chgData name="Honey Patel" userId="d120f0e33a8399a0" providerId="LiveId" clId="{8A43CF2F-F268-4C77-A954-97ACE117AC12}" dt="2025-11-20T16:11:31.653" v="1042" actId="1076"/>
        <pc:sldMkLst>
          <pc:docMk/>
          <pc:sldMk cId="3815383443" sldId="259"/>
        </pc:sldMkLst>
        <pc:spChg chg="add mod">
          <ac:chgData name="Honey Patel" userId="d120f0e33a8399a0" providerId="LiveId" clId="{8A43CF2F-F268-4C77-A954-97ACE117AC12}" dt="2025-11-20T16:03:19.641" v="973" actId="1076"/>
          <ac:spMkLst>
            <pc:docMk/>
            <pc:sldMk cId="3815383443" sldId="259"/>
            <ac:spMk id="7" creationId="{F39AE694-FE71-508C-4F71-B98D2D9C23DD}"/>
          </ac:spMkLst>
        </pc:spChg>
        <pc:spChg chg="add mod">
          <ac:chgData name="Honey Patel" userId="d120f0e33a8399a0" providerId="LiveId" clId="{8A43CF2F-F268-4C77-A954-97ACE117AC12}" dt="2025-11-20T16:04:11.315" v="989" actId="1076"/>
          <ac:spMkLst>
            <pc:docMk/>
            <pc:sldMk cId="3815383443" sldId="259"/>
            <ac:spMk id="8" creationId="{B5EBFABB-6C7B-6A5F-783E-5599564366A2}"/>
          </ac:spMkLst>
        </pc:spChg>
        <pc:spChg chg="add mod">
          <ac:chgData name="Honey Patel" userId="d120f0e33a8399a0" providerId="LiveId" clId="{8A43CF2F-F268-4C77-A954-97ACE117AC12}" dt="2025-11-20T16:07:47.177" v="1041" actId="1076"/>
          <ac:spMkLst>
            <pc:docMk/>
            <pc:sldMk cId="3815383443" sldId="259"/>
            <ac:spMk id="9" creationId="{A7D61046-D0C3-4A2D-8DB7-F4B238F87B29}"/>
          </ac:spMkLst>
        </pc:spChg>
        <pc:picChg chg="add mod">
          <ac:chgData name="Honey Patel" userId="d120f0e33a8399a0" providerId="LiveId" clId="{8A43CF2F-F268-4C77-A954-97ACE117AC12}" dt="2025-11-20T16:11:31.653" v="1042" actId="1076"/>
          <ac:picMkLst>
            <pc:docMk/>
            <pc:sldMk cId="3815383443" sldId="259"/>
            <ac:picMk id="5" creationId="{EBF15BBE-EC18-46B6-13E1-A2ACAA8CA631}"/>
          </ac:picMkLst>
        </pc:picChg>
      </pc:sldChg>
      <pc:sldChg chg="addSp delSp modSp new mod">
        <pc:chgData name="Honey Patel" userId="d120f0e33a8399a0" providerId="LiveId" clId="{8A43CF2F-F268-4C77-A954-97ACE117AC12}" dt="2025-11-22T14:57:22.786" v="1188" actId="1076"/>
        <pc:sldMkLst>
          <pc:docMk/>
          <pc:sldMk cId="1218622667" sldId="260"/>
        </pc:sldMkLst>
        <pc:spChg chg="mod">
          <ac:chgData name="Honey Patel" userId="d120f0e33a8399a0" providerId="LiveId" clId="{8A43CF2F-F268-4C77-A954-97ACE117AC12}" dt="2025-11-21T15:38:25.231" v="1061" actId="20577"/>
          <ac:spMkLst>
            <pc:docMk/>
            <pc:sldMk cId="1218622667" sldId="260"/>
            <ac:spMk id="2" creationId="{B02EF473-329D-18D5-770E-0BCDA973F86B}"/>
          </ac:spMkLst>
        </pc:spChg>
        <pc:spChg chg="add mod">
          <ac:chgData name="Honey Patel" userId="d120f0e33a8399a0" providerId="LiveId" clId="{8A43CF2F-F268-4C77-A954-97ACE117AC12}" dt="2025-11-22T14:55:03.467" v="1094" actId="1076"/>
          <ac:spMkLst>
            <pc:docMk/>
            <pc:sldMk cId="1218622667" sldId="260"/>
            <ac:spMk id="3" creationId="{F52D5FD1-65BF-C37F-0E06-5A4C8ED014CF}"/>
          </ac:spMkLst>
        </pc:spChg>
        <pc:spChg chg="add mod">
          <ac:chgData name="Honey Patel" userId="d120f0e33a8399a0" providerId="LiveId" clId="{8A43CF2F-F268-4C77-A954-97ACE117AC12}" dt="2025-11-22T14:57:22.786" v="1188" actId="1076"/>
          <ac:spMkLst>
            <pc:docMk/>
            <pc:sldMk cId="1218622667" sldId="260"/>
            <ac:spMk id="6" creationId="{F9672079-F028-B08B-887B-94CB02B7B132}"/>
          </ac:spMkLst>
        </pc:spChg>
        <pc:picChg chg="add mod">
          <ac:chgData name="Honey Patel" userId="d120f0e33a8399a0" providerId="LiveId" clId="{8A43CF2F-F268-4C77-A954-97ACE117AC12}" dt="2025-11-22T14:57:17.951" v="1187" actId="1076"/>
          <ac:picMkLst>
            <pc:docMk/>
            <pc:sldMk cId="1218622667" sldId="260"/>
            <ac:picMk id="5" creationId="{1BB3D31A-A07B-0195-BA76-13C3CBAC65C8}"/>
          </ac:picMkLst>
        </pc:picChg>
      </pc:sldChg>
      <pc:sldChg chg="addSp delSp modSp new mod">
        <pc:chgData name="Honey Patel" userId="d120f0e33a8399a0" providerId="LiveId" clId="{8A43CF2F-F268-4C77-A954-97ACE117AC12}" dt="2025-11-25T05:33:54.130" v="1226" actId="1076"/>
        <pc:sldMkLst>
          <pc:docMk/>
          <pc:sldMk cId="3092102048" sldId="261"/>
        </pc:sldMkLst>
        <pc:spChg chg="del">
          <ac:chgData name="Honey Patel" userId="d120f0e33a8399a0" providerId="LiveId" clId="{8A43CF2F-F268-4C77-A954-97ACE117AC12}" dt="2025-11-25T05:32:53.297" v="1203" actId="931"/>
          <ac:spMkLst>
            <pc:docMk/>
            <pc:sldMk cId="3092102048" sldId="261"/>
            <ac:spMk id="3" creationId="{9F7F58D8-4359-81C6-0ECC-3C3A5CB0AFDD}"/>
          </ac:spMkLst>
        </pc:spChg>
        <pc:spChg chg="add mod">
          <ac:chgData name="Honey Patel" userId="d120f0e33a8399a0" providerId="LiveId" clId="{8A43CF2F-F268-4C77-A954-97ACE117AC12}" dt="2025-11-25T05:33:54.130" v="1226" actId="1076"/>
          <ac:spMkLst>
            <pc:docMk/>
            <pc:sldMk cId="3092102048" sldId="261"/>
            <ac:spMk id="6" creationId="{296CC9D7-6BBA-1180-E551-A0487195F0DB}"/>
          </ac:spMkLst>
        </pc:spChg>
        <pc:picChg chg="add mod">
          <ac:chgData name="Honey Patel" userId="d120f0e33a8399a0" providerId="LiveId" clId="{8A43CF2F-F268-4C77-A954-97ACE117AC12}" dt="2025-11-25T05:33:09.791" v="1208" actId="14100"/>
          <ac:picMkLst>
            <pc:docMk/>
            <pc:sldMk cId="3092102048" sldId="261"/>
            <ac:picMk id="5" creationId="{9F3506AB-E13D-C763-82DE-990F5FE73D1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2FE6-856D-B810-EBA4-DF537716E2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E2353-D573-C296-C492-03AEE01AC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473ACB-E78B-C994-E835-2F6EBE91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8D7F8-182D-0AB4-6839-E831999AD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F4F37-DD21-0F1E-47EF-C5052C0A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8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5510-EC1A-CCB5-450D-7F16B6B8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B107C-E5EE-54B4-D534-2606DE6A2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36099-8ED4-797A-DD39-EB3BA291B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107BE-1E88-F07E-CCCF-63AF63DA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90BEE-0177-1F0B-65A5-8A89CD73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83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1FAE2-BCF7-EEA8-11D2-99A49E75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BF9B3-F0CC-53F5-3F7D-7C0FDE178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D3C34-547B-9500-67EF-426FBD161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A9427-4AFC-506C-4A68-F5B5CFB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D4F52-3B8A-0AE0-5783-84302030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66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5FBC-BF64-E647-33FE-809407A82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3823F-C41B-B83E-A1F4-EC14D5EC89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08A58-02A7-877E-AC0D-50FB3A341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B6268-2B94-A856-BF83-BA98E555C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4DC353-C3FB-A87C-C059-8B92AA1BC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6C61D1-044B-9702-1373-B5BD32E9D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1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9C476-A3E4-8871-37D8-1C70453E9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631B5-BBC3-4FE4-6F37-C8D230E260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B9989-8E4E-DE38-AECE-76A43E25A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483BD-8FDA-94F5-FD83-7EE219C72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82E31-F431-B2FD-856C-1DF2012C28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47908-87EB-1492-20EA-C7A8E205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37ABCE-3D86-D664-4BD7-1093EB63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528A3E-FAF1-C54E-5103-F0BC122F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05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0FC07-75B5-CA0F-5851-3775F52C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3814DD-2A06-F275-7F45-578B3C27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AB8CC3-7F92-C702-0B39-440836A08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92984C-522D-6F71-09C4-E9C41D6B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21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4BFA1-E2B7-6B34-A674-A8202C94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14AF6-8C9E-2367-A71A-DA4D8E6E9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62400-1771-8E32-61EC-3913E09A5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49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D98CB-75CC-CB8A-1D9C-7BDE146C1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CAA25-BB53-BAF1-2B65-B8233CECBF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11A118-EE99-FAC2-6200-95B1687C1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5B856-5123-2179-F7BD-ED719F00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112505-653C-1BD1-72F1-F0413ABD2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F2946-F553-6321-2DCC-7D1539D1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35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0BF11-C8C8-E9AA-C73C-25386B651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A1237-11EA-719E-DDEA-008202050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A3FCE-205E-83CA-82D9-8BD775FC1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5DCB7-A1C2-DF4D-69DF-63AC88380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A6CC3-8D20-E7B0-A9F2-BADE3E45E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2B521-59B1-A03B-222A-0DAEF1D46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4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7990-DD43-383A-ACEF-0F51FBD4C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258721-33BE-FC03-68F7-34E5A607AA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E08A34-AB9F-82C2-1502-C9BC32398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F44AF-E1C5-A22B-E00F-B44389D40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C37A3-FBE4-6551-D985-7BBC6C8D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7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F55B7A-FDE4-9DCE-84EC-9D0806639F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51632F-2614-F5FA-A253-76CDFFFAE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ABF11-6DE9-A34B-F152-A4692C8AC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71AFF-2C1F-26EF-00EA-7808F8D49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45CE8-762C-94EC-2636-35F241AE3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3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D1AB91-233E-7C27-6218-8A6E1A47C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B5E45-97EA-F014-5C63-3905C1F3F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C2790-0A3C-D1B6-376B-EA56BEA2C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FB67D-4AE5-463E-8AB0-59AE7B74CEF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95E95-1163-9D34-F60A-65B799DB2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087F2-5526-B7C8-CEB2-62152BCF9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3ECBE-272F-4ADB-AD5B-68B18A199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157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s.com/plain-purpl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s.com/plain-purpl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.inspiredpencil.com/pictures-2023/plain-purple-background-colo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.inspiredpencil.com/pictures-2023/plain-purple-background-color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s.com/plain-purpl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s.com/plain-purple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7E02A-A275-EA45-0B2F-EB2D79076B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1EB4F-B289-970F-7A97-0B557213E1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D015B-E896-F615-556A-D29DBEE70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5457FA-53DF-8FA3-00F2-2CC9CEFE1321}"/>
              </a:ext>
            </a:extLst>
          </p:cNvPr>
          <p:cNvSpPr txBox="1"/>
          <p:nvPr/>
        </p:nvSpPr>
        <p:spPr>
          <a:xfrm>
            <a:off x="2666920" y="2740522"/>
            <a:ext cx="68581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Building Advanced Calculator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C68EFE-06E1-9BFE-8D03-BE2CD008C24B}"/>
              </a:ext>
            </a:extLst>
          </p:cNvPr>
          <p:cNvSpPr txBox="1"/>
          <p:nvPr/>
        </p:nvSpPr>
        <p:spPr>
          <a:xfrm>
            <a:off x="2029021" y="1092368"/>
            <a:ext cx="81339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NEXT HIKES IT SOLUTION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F08121-6433-DA23-160A-65D1B9DAC553}"/>
              </a:ext>
            </a:extLst>
          </p:cNvPr>
          <p:cNvSpPr txBox="1"/>
          <p:nvPr/>
        </p:nvSpPr>
        <p:spPr>
          <a:xfrm>
            <a:off x="855406" y="5257800"/>
            <a:ext cx="3603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Presented by : Honey Patel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F0641-CE82-9241-C499-B10415D853FD}"/>
              </a:ext>
            </a:extLst>
          </p:cNvPr>
          <p:cNvSpPr txBox="1"/>
          <p:nvPr/>
        </p:nvSpPr>
        <p:spPr>
          <a:xfrm>
            <a:off x="855406" y="5735637"/>
            <a:ext cx="3000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Date : November 2025</a:t>
            </a:r>
          </a:p>
        </p:txBody>
      </p:sp>
    </p:spTree>
    <p:extLst>
      <p:ext uri="{BB962C8B-B14F-4D97-AF65-F5344CB8AC3E}">
        <p14:creationId xmlns:p14="http://schemas.microsoft.com/office/powerpoint/2010/main" val="3448166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A39B7-66A1-5E4A-C891-70F472E38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86B756-D2DB-3AB6-E327-3DE6288EE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89FE3-4F2C-BC9E-BF20-AD670F454441}"/>
              </a:ext>
            </a:extLst>
          </p:cNvPr>
          <p:cNvSpPr txBox="1"/>
          <p:nvPr/>
        </p:nvSpPr>
        <p:spPr>
          <a:xfrm>
            <a:off x="932501" y="1668849"/>
            <a:ext cx="1969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Objective: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AFB55-8422-B4A6-DFD7-DAA0993F0F8A}"/>
              </a:ext>
            </a:extLst>
          </p:cNvPr>
          <p:cNvSpPr txBox="1"/>
          <p:nvPr/>
        </p:nvSpPr>
        <p:spPr>
          <a:xfrm>
            <a:off x="1135626" y="2365713"/>
            <a:ext cx="103626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To develop a GUI based calculator that can evaluate, simplify and solve mathematical expressions 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using symbolic computation.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9BB32F-19C4-4F62-9841-6B9F8346C143}"/>
              </a:ext>
            </a:extLst>
          </p:cNvPr>
          <p:cNvSpPr txBox="1"/>
          <p:nvPr/>
        </p:nvSpPr>
        <p:spPr>
          <a:xfrm>
            <a:off x="937753" y="3381376"/>
            <a:ext cx="20365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Tools used: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6EB01A-BB52-E3BE-5136-FAD98104ECA8}"/>
              </a:ext>
            </a:extLst>
          </p:cNvPr>
          <p:cNvSpPr txBox="1"/>
          <p:nvPr/>
        </p:nvSpPr>
        <p:spPr>
          <a:xfrm>
            <a:off x="1135626" y="4078240"/>
            <a:ext cx="272420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Python ( core logic)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Tkinter</a:t>
            </a:r>
            <a:r>
              <a:rPr lang="en-US" sz="2000" dirty="0">
                <a:solidFill>
                  <a:schemeClr val="bg1"/>
                </a:solidFill>
              </a:rPr>
              <a:t> (GUI framework)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SymPy</a:t>
            </a:r>
            <a:r>
              <a:rPr lang="en-US" sz="2000" dirty="0">
                <a:solidFill>
                  <a:schemeClr val="bg1"/>
                </a:solidFill>
              </a:rPr>
              <a:t> ( math engine)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Visual Studio Code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D7834A-CFD5-2CBB-52E6-E16099CC6CEA}"/>
              </a:ext>
            </a:extLst>
          </p:cNvPr>
          <p:cNvSpPr txBox="1"/>
          <p:nvPr/>
        </p:nvSpPr>
        <p:spPr>
          <a:xfrm>
            <a:off x="3642852" y="536525"/>
            <a:ext cx="3388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12599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E091-4052-874E-1909-49CB5AF90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3C59FC-418D-BC91-E634-3B1B77FE3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4313FC-5F45-AE5B-6F15-EB4885365ED4}"/>
              </a:ext>
            </a:extLst>
          </p:cNvPr>
          <p:cNvSpPr txBox="1"/>
          <p:nvPr/>
        </p:nvSpPr>
        <p:spPr>
          <a:xfrm>
            <a:off x="4850049" y="704740"/>
            <a:ext cx="2567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CE4160-29DB-4AD6-8386-A8FAA09ACE6E}"/>
              </a:ext>
            </a:extLst>
          </p:cNvPr>
          <p:cNvSpPr txBox="1"/>
          <p:nvPr/>
        </p:nvSpPr>
        <p:spPr>
          <a:xfrm>
            <a:off x="973394" y="1690686"/>
            <a:ext cx="52698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Used bullet points with visions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63FABE-6DEE-CA8F-93C8-954A84DB33D3}"/>
              </a:ext>
            </a:extLst>
          </p:cNvPr>
          <p:cNvSpPr txBox="1"/>
          <p:nvPr/>
        </p:nvSpPr>
        <p:spPr>
          <a:xfrm>
            <a:off x="1253613" y="2615076"/>
            <a:ext cx="7778668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• 🧮 Input field for math expressions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🔘 Buttons for digits, operators, and advanced functions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🧠 Symbolic solving using </a:t>
            </a:r>
            <a:r>
              <a:rPr lang="en-US" sz="2000" dirty="0" err="1">
                <a:solidFill>
                  <a:schemeClr val="bg1"/>
                </a:solidFill>
              </a:rPr>
              <a:t>SymPy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•📐 Functions: sin , cos , tan , log , ln , sqrt , exp , abs , factor , expand , pi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🧹 Clear and solve functionality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📤 Result display with symbolic output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84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A996-B791-28D5-F29A-4EC171902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F15BBE-EC18-46B6-13E1-A2ACAA8CA6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9AE694-FE71-508C-4F71-B98D2D9C23DD}"/>
              </a:ext>
            </a:extLst>
          </p:cNvPr>
          <p:cNvSpPr txBox="1"/>
          <p:nvPr/>
        </p:nvSpPr>
        <p:spPr>
          <a:xfrm>
            <a:off x="4311761" y="381575"/>
            <a:ext cx="35684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Code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BFABB-6C7B-6A5F-783E-5599564366A2}"/>
              </a:ext>
            </a:extLst>
          </p:cNvPr>
          <p:cNvSpPr txBox="1"/>
          <p:nvPr/>
        </p:nvSpPr>
        <p:spPr>
          <a:xfrm>
            <a:off x="838200" y="1690688"/>
            <a:ext cx="18496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Structure: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D61046-D0C3-4A2D-8DB7-F4B238F87B29}"/>
              </a:ext>
            </a:extLst>
          </p:cNvPr>
          <p:cNvSpPr txBox="1"/>
          <p:nvPr/>
        </p:nvSpPr>
        <p:spPr>
          <a:xfrm>
            <a:off x="988141" y="2713703"/>
            <a:ext cx="4971874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•  main.py  : GUI layout and logic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dirty="0" err="1">
                <a:solidFill>
                  <a:schemeClr val="bg1"/>
                </a:solidFill>
              </a:rPr>
              <a:t>evalute</a:t>
            </a:r>
            <a:r>
              <a:rPr lang="en-US" sz="2000" dirty="0">
                <a:solidFill>
                  <a:schemeClr val="bg1"/>
                </a:solidFill>
              </a:rPr>
              <a:t>()  : Parses and simplifies expressions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</a:t>
            </a:r>
            <a:r>
              <a:rPr lang="en-US" sz="2000" dirty="0" err="1">
                <a:solidFill>
                  <a:schemeClr val="bg1"/>
                </a:solidFill>
              </a:rPr>
              <a:t>solve_expr</a:t>
            </a:r>
            <a:r>
              <a:rPr lang="en-US" sz="2000" dirty="0">
                <a:solidFill>
                  <a:schemeClr val="bg1"/>
                </a:solidFill>
              </a:rPr>
              <a:t>()  : Solves equations symbolically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 Class-based design for better organization</a:t>
            </a:r>
          </a:p>
        </p:txBody>
      </p:sp>
    </p:spTree>
    <p:extLst>
      <p:ext uri="{BB962C8B-B14F-4D97-AF65-F5344CB8AC3E}">
        <p14:creationId xmlns:p14="http://schemas.microsoft.com/office/powerpoint/2010/main" val="3815383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EF473-329D-18D5-770E-0BCDA973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B3D31A-A07B-0195-BA76-13C3CBAC65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2D5FD1-65BF-C37F-0E06-5A4C8ED014CF}"/>
              </a:ext>
            </a:extLst>
          </p:cNvPr>
          <p:cNvSpPr txBox="1"/>
          <p:nvPr/>
        </p:nvSpPr>
        <p:spPr>
          <a:xfrm>
            <a:off x="4221063" y="704740"/>
            <a:ext cx="37498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672079-F028-B08B-887B-94CB02B7B132}"/>
              </a:ext>
            </a:extLst>
          </p:cNvPr>
          <p:cNvSpPr txBox="1"/>
          <p:nvPr/>
        </p:nvSpPr>
        <p:spPr>
          <a:xfrm>
            <a:off x="1161251" y="2698955"/>
            <a:ext cx="680968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• 	Learned GUI development with </a:t>
            </a:r>
            <a:r>
              <a:rPr lang="en-US" sz="2000" dirty="0" err="1">
                <a:solidFill>
                  <a:schemeClr val="bg1"/>
                </a:solidFill>
              </a:rPr>
              <a:t>Tkinter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	Gained experience with symbolic math using </a:t>
            </a:r>
            <a:r>
              <a:rPr lang="en-US" sz="2000" dirty="0" err="1">
                <a:solidFill>
                  <a:schemeClr val="bg1"/>
                </a:solidFill>
              </a:rPr>
              <a:t>SymPy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	Practiced Python functions, classes, and error handling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	Improved debugging and code organization skills</a:t>
            </a:r>
          </a:p>
        </p:txBody>
      </p:sp>
    </p:spTree>
    <p:extLst>
      <p:ext uri="{BB962C8B-B14F-4D97-AF65-F5344CB8AC3E}">
        <p14:creationId xmlns:p14="http://schemas.microsoft.com/office/powerpoint/2010/main" val="1218622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C196B-FAD7-2FA6-0EC2-1C2EB6F7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3506AB-E13D-C763-82DE-990F5FE73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96CC9D7-6BBA-1180-E551-A0487195F0DB}"/>
              </a:ext>
            </a:extLst>
          </p:cNvPr>
          <p:cNvSpPr txBox="1"/>
          <p:nvPr/>
        </p:nvSpPr>
        <p:spPr>
          <a:xfrm>
            <a:off x="4231707" y="2875002"/>
            <a:ext cx="37285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92102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204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Honey Patel</dc:creator>
  <cp:lastModifiedBy>Honey Patel</cp:lastModifiedBy>
  <cp:revision>1</cp:revision>
  <dcterms:created xsi:type="dcterms:W3CDTF">2025-11-15T16:29:08Z</dcterms:created>
  <dcterms:modified xsi:type="dcterms:W3CDTF">2025-11-25T05:34:59Z</dcterms:modified>
</cp:coreProperties>
</file>